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defd74b6384e52" /><Relationship Type="http://schemas.openxmlformats.org/officeDocument/2006/relationships/extended-properties" Target="/docProps/app.xml" Id="R7a62d4cc7d424ac7" /><Relationship Type="http://schemas.openxmlformats.org/officeDocument/2006/relationships/officeDocument" Target="/ppt/presentation.xml" Id="R3550cd8ce20f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e2787331043ea"/>
  </p:sldMasterIdLst>
  <p:notesMasterIdLst>
    <p:notesMasterId xmlns:r="http://schemas.openxmlformats.org/officeDocument/2006/relationships" r:id="Ra4cf8335fcf14bc7"/>
  </p:notesMasterIdLst>
  <p:sldIdLst>
    <p:sldId xmlns:r="http://schemas.openxmlformats.org/officeDocument/2006/relationships" id="256" r:id="R6f2af7da9b06476f"/>
    <p:sldId xmlns:r="http://schemas.openxmlformats.org/officeDocument/2006/relationships" id="257" r:id="R5839bb8d3d36431d"/>
    <p:sldId xmlns:r="http://schemas.openxmlformats.org/officeDocument/2006/relationships" id="258" r:id="R1854dd21f4144460"/>
    <p:sldId xmlns:r="http://schemas.openxmlformats.org/officeDocument/2006/relationships" id="259" r:id="R93d8558dd68e4387"/>
    <p:sldId xmlns:r="http://schemas.openxmlformats.org/officeDocument/2006/relationships" id="260" r:id="R088a8a77513c42e6"/>
    <p:sldId xmlns:r="http://schemas.openxmlformats.org/officeDocument/2006/relationships" id="261" r:id="Refddf323fc4b4e38"/>
    <p:sldId xmlns:r="http://schemas.openxmlformats.org/officeDocument/2006/relationships" id="262" r:id="Rd2c171561789438d"/>
    <p:sldId xmlns:r="http://schemas.openxmlformats.org/officeDocument/2006/relationships" id="263" r:id="R75cc2c6882bd4344"/>
    <p:sldId xmlns:r="http://schemas.openxmlformats.org/officeDocument/2006/relationships" id="264" r:id="R05cc7e8c2b6e409c"/>
    <p:sldId xmlns:r="http://schemas.openxmlformats.org/officeDocument/2006/relationships" id="265" r:id="R0e2f6cdc29db4e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6dae35e1e14d68" /><Relationship Type="http://schemas.openxmlformats.org/officeDocument/2006/relationships/slideMaster" Target="/ppt/slideMasters/slideMaster1.xml" Id="R7f7e2787331043ea" /><Relationship Type="http://schemas.openxmlformats.org/officeDocument/2006/relationships/notesMaster" Target="/ppt/notesMasters/notesMaster1.xml" Id="Ra4cf8335fcf14bc7" /><Relationship Type="http://schemas.openxmlformats.org/officeDocument/2006/relationships/presProps" Target="/ppt/presProps.xml" Id="Rb5a32d2aefec4b9b" /><Relationship Type="http://schemas.openxmlformats.org/officeDocument/2006/relationships/tableStyles" Target="/ppt/tableStyles.xml" Id="Rcc7a52f326604dd6" /><Relationship Type="http://schemas.openxmlformats.org/officeDocument/2006/relationships/slide" Target="/ppt/slides/slide1.xml" Id="R6f2af7da9b06476f" /><Relationship Type="http://schemas.openxmlformats.org/officeDocument/2006/relationships/slide" Target="/ppt/slides/slide2.xml" Id="R5839bb8d3d36431d" /><Relationship Type="http://schemas.openxmlformats.org/officeDocument/2006/relationships/slide" Target="/ppt/slides/slide3.xml" Id="R1854dd21f4144460" /><Relationship Type="http://schemas.openxmlformats.org/officeDocument/2006/relationships/slide" Target="/ppt/slides/slide4.xml" Id="R93d8558dd68e4387" /><Relationship Type="http://schemas.openxmlformats.org/officeDocument/2006/relationships/slide" Target="/ppt/slides/slide5.xml" Id="R088a8a77513c42e6" /><Relationship Type="http://schemas.openxmlformats.org/officeDocument/2006/relationships/slide" Target="/ppt/slides/slide6.xml" Id="Refddf323fc4b4e38" /><Relationship Type="http://schemas.openxmlformats.org/officeDocument/2006/relationships/slide" Target="/ppt/slides/slide7.xml" Id="Rd2c171561789438d" /><Relationship Type="http://schemas.openxmlformats.org/officeDocument/2006/relationships/slide" Target="/ppt/slides/slide8.xml" Id="R75cc2c6882bd4344" /><Relationship Type="http://schemas.openxmlformats.org/officeDocument/2006/relationships/slide" Target="/ppt/slides/slide9.xml" Id="R05cc7e8c2b6e409c" /><Relationship Type="http://schemas.openxmlformats.org/officeDocument/2006/relationships/slide" Target="/ppt/slides/slide10.xml" Id="R0e2f6cdc29db4e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829fff321647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2f1ad376c4a36" /><Relationship Type="http://schemas.openxmlformats.org/officeDocument/2006/relationships/notesMaster" Target="/ppt/notesMasters/notesMaster1.xml" Id="R70b98a5e880f4d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d07233ee7a4161" /><Relationship Type="http://schemas.openxmlformats.org/officeDocument/2006/relationships/notesMaster" Target="/ppt/notesMasters/notesMaster1.xml" Id="R9647fa4c3b13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e698d79f824d01" /><Relationship Type="http://schemas.openxmlformats.org/officeDocument/2006/relationships/notesMaster" Target="/ppt/notesMasters/notesMaster1.xml" Id="R5b6ca2f0938c48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9e781f79a3413a" /><Relationship Type="http://schemas.openxmlformats.org/officeDocument/2006/relationships/notesMaster" Target="/ppt/notesMasters/notesMaster1.xml" Id="Rd482e0c345c84e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b0362cc5da4d97" /><Relationship Type="http://schemas.openxmlformats.org/officeDocument/2006/relationships/notesMaster" Target="/ppt/notesMasters/notesMaster1.xml" Id="R68ba499a77ff45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161dad6004463" /><Relationship Type="http://schemas.openxmlformats.org/officeDocument/2006/relationships/notesMaster" Target="/ppt/notesMasters/notesMaster1.xml" Id="Ra538f7cff88f45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906d82622743cf" /><Relationship Type="http://schemas.openxmlformats.org/officeDocument/2006/relationships/notesMaster" Target="/ppt/notesMasters/notesMaster1.xml" Id="R1a5c39eb65204e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3eff65c79a4e0c" /><Relationship Type="http://schemas.openxmlformats.org/officeDocument/2006/relationships/notesMaster" Target="/ppt/notesMasters/notesMaster1.xml" Id="Raabda73cd90246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7cd9aea7b04b7b" /><Relationship Type="http://schemas.openxmlformats.org/officeDocument/2006/relationships/notesMaster" Target="/ppt/notesMasters/notesMaster1.xml" Id="R93a0c6b3177c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a3f5ca77904e13" /><Relationship Type="http://schemas.openxmlformats.org/officeDocument/2006/relationships/notesMaster" Target="/ppt/notesMasters/notesMaster1.xml" Id="R5f8bee006a684a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conceito como demonstrador acadêmico. Equipe informada pelo usuário. A empresa SafePet Tecnologia é um nome proposto, a confirmar.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Marcos: a dor é uma hipótese a validar com o professor. O enunciado exige discussão prévia. Não há pesquisa de mercado documentada nem aprovação registrada.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Jailton: mostrar os três componentes do original. Fonte da imagem e do código: https://wokwi.com/projects/476617832747866113 . Imagem de prévia do projeto. Na revisão do original, x seguido de Enter gerou fuga. Não há GPS ou sensor no esboço.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Jailton: o MPU6050 cumpre uma função de leitura de aceleração, sem fornecer GPS. Fontes: https://docs.wokwi.com/parts/wokwi-mpu6050 ; https://docs.wokwi.com/parts/board-ssd1306 ; https://docs.wokwi.com/parts/wokwi-buzzer . A compilação e execução integrada da revisão estão pendentes.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Guilherme: explicar Haversine como cálculo de distância entre duas coordenadas. Valores didáticos definidos nesta revisão. Entre 80 e 100 m mantém o estado anterior. Sem posição inicial ou após 30 segundos sem atualização, o estado exibido é desconhecido. Os tempos referem-se ao relógio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Gabriel: executar apenas depois de concluir os testes integrados. Cada comando termina em Enter. Pode usar p -8.0872 -34.8775 para demonstrar histerese em cerca de 89 m. Mudar X para 1 g no MPU, mantendo Y=0 g e Z=1 g, deve produzir Delta a próximo de 4,1 m/s².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Gabriel: não afirmar que a revisão foi validada integralmente. O original iniciou e o envio de x produziu fuga. Os testes C++ do mesmo geofence.h usado pelo firmware passaram. A importação dos novos arquivos no navegador falhou, impedindo concluir compilação ESP32 e demonstração integrada.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Divisão sugerida, sem atribuir contribuições passadas. Nome provisório: SafePet Tecnologia. Todos precisam compreender o código e o circuito. Fonte: nomes fornecidos pelo usuário, responsabilidades propostas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localização real demanda GNSS e que alertar remotamente o tutor demanda um canal de comunicação, não implementado. Não há ensaio de bateria, precisão ou invólucro. O sensor de aceleração não substitui o GPS. Avaliar conforto e evitar alarme punitivo no animal em qualquer evolução física.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aprovação do professor não foi informada. O pacote inclui README, código original, firmware revisado, testes e documentação. O link original não foi alterado e nenhum repositório remoto foi publicado. Para a entrega final, incluir o link da cópia revisada do Wokwi e o link real do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5a2ebd9564e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9de1aa16f43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0973e5ced4e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d7d827b3c46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99c869f7242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fa98b85de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7E1F824-AEAC-4B95-BC54-E8271E22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670A77-66FE-4BE3-9D0B-B0687892E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4A01A27-795F-4FCB-8952-4097C80D85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9E29B9F-EC8B-4F5E-9851-19153ECC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A26B13-8756-4499-B6B5-E322E38AB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28A305E-5046-4886-8D0C-22D98718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76D2CE-9235-4E37-99CA-A6321CCA3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3F434D1-1805-486D-A6AE-2A693B6DB6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C14A61-B429-484A-AE57-5AF2377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B49B47-D001-418C-B8D0-F611C92C69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585C4B-40D8-4ACA-A5B1-0CECED0DC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83812D-9F5E-4E25-BAD1-9EFBCDB58B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5B2236F-3970-4CBB-A374-BF7D774B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31ABD0-D7F8-461B-82D5-CBBA4D42E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AD7B5E-FC38-4872-A9FF-34AE03E8B9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51a582e8cc46e2" /><Relationship Type="http://schemas.openxmlformats.org/officeDocument/2006/relationships/slideLayout" Target="/ppt/slideLayouts/slideLayout1.xml" Id="Rc8c9b2c11d964247" /><Relationship Type="http://schemas.openxmlformats.org/officeDocument/2006/relationships/slideLayout" Target="/ppt/slideLayouts/slideLayout2.xml" Id="Rd41457bbd3014ade" /><Relationship Type="http://schemas.openxmlformats.org/officeDocument/2006/relationships/slideLayout" Target="/ppt/slideLayouts/slideLayout3.xml" Id="R29af2e7b5ead45b4" /><Relationship Type="http://schemas.openxmlformats.org/officeDocument/2006/relationships/slideLayout" Target="/ppt/slideLayouts/slideLayout4.xml" Id="R3fa57874a8134254" /><Relationship Type="http://schemas.openxmlformats.org/officeDocument/2006/relationships/slideLayout" Target="/ppt/slideLayouts/slideLayout5.xml" Id="Re4ad03ecf6404a64" /><Relationship Type="http://schemas.openxmlformats.org/officeDocument/2006/relationships/slideLayout" Target="/ppt/slideLayouts/slideLayout6.xml" Id="Rc957b4674fc6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c9b2c11d964247"/>
    <p:sldLayoutId xmlns:r="http://schemas.openxmlformats.org/officeDocument/2006/relationships" id="2147483650" r:id="Rd41457bbd3014ade"/>
    <p:sldLayoutId xmlns:r="http://schemas.openxmlformats.org/officeDocument/2006/relationships" id="2147483651" r:id="R29af2e7b5ead45b4"/>
    <p:sldLayoutId xmlns:r="http://schemas.openxmlformats.org/officeDocument/2006/relationships" id="2147483652" r:id="R3fa57874a8134254"/>
    <p:sldLayoutId xmlns:r="http://schemas.openxmlformats.org/officeDocument/2006/relationships" id="2147483653" r:id="Re4ad03ecf6404a64"/>
    <p:sldLayoutId xmlns:r="http://schemas.openxmlformats.org/officeDocument/2006/relationships" id="2147483654" r:id="Rc957b4674fc6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f1938b5d0409f" /><Relationship Type="http://schemas.openxmlformats.org/officeDocument/2006/relationships/notesSlide" Target="/ppt/notesSlides/notesSlide1.xml" Id="Rbd86be17794742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6bb3a88f92428e" /><Relationship Type="http://schemas.openxmlformats.org/officeDocument/2006/relationships/notesSlide" Target="/ppt/notesSlides/notesSlide2.xml" Id="R8f09dcc524df44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3257d52b74338" /><Relationship Type="http://schemas.openxmlformats.org/officeDocument/2006/relationships/image" Target="/ppt/media/image.png" Id="R5ad0883795a84dcf" /><Relationship Type="http://schemas.openxmlformats.org/officeDocument/2006/relationships/notesSlide" Target="/ppt/notesSlides/notesSlide3.xml" Id="R03ef812e947046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9427340864d9a" /><Relationship Type="http://schemas.openxmlformats.org/officeDocument/2006/relationships/notesSlide" Target="/ppt/notesSlides/notesSlide4.xml" Id="R37e9839331164f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55663ec7a4b31" /><Relationship Type="http://schemas.openxmlformats.org/officeDocument/2006/relationships/notesSlide" Target="/ppt/notesSlides/notesSlide5.xml" Id="Rcbe46082e9c2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ebd45f5e04053" /><Relationship Type="http://schemas.openxmlformats.org/officeDocument/2006/relationships/notesSlide" Target="/ppt/notesSlides/notesSlide6.xml" Id="Refb93936fee240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98bfc9ff3442a" /><Relationship Type="http://schemas.openxmlformats.org/officeDocument/2006/relationships/notesSlide" Target="/ppt/notesSlides/notesSlide7.xml" Id="Rb0b36e9e52564c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5ac8f51194184" /><Relationship Type="http://schemas.openxmlformats.org/officeDocument/2006/relationships/notesSlide" Target="/ppt/notesSlides/notesSlide8.xml" Id="Rce2654fe3fda43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b61ec1cec4e0e" /><Relationship Type="http://schemas.openxmlformats.org/officeDocument/2006/relationships/notesSlide" Target="/ppt/notesSlides/notesSlide9.xml" Id="R7da63463a3da48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9c7342dad4511" /><Relationship Type="http://schemas.openxmlformats.org/officeDocument/2006/relationships/notesSlide" Target="/ppt/notesSlides/notesSlide10.xml" Id="R2cef43c14acf40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92F52-556C-475E-A892-C9815B51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SafePet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E5D42-6A37-43A7-BC01-F32DF32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A81A9-8FDD-44F0-A9E6-34B84BFA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Coleira com cerca virtual simulada</a:t>
            </a:r>
          </a:p>
          <a:p xmlns:a="http://schemas.openxmlformats.org/drawingml/2006/main">
            <a:pPr>
              <a:defRPr sz="360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e leitura de aceleração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CB90E-F543-4240-AE38-64E0FCA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Projeto de Sistema Embarcado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6396E-73B6-4323-939E-60762F3B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Marcos Vinícius · Jailton Alves</a:t>
            </a:r>
          </a:p>
          <a:p xmlns:a="http://schemas.openxmlformats.org/drawingml/2006/main">
            <a:pPr>
              <a:defRPr sz="2025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Guilherme Monteiro · Gabriel Cordeiro</a:t>
            </a:r>
          </a:p>
        </p:txBody>
      </p:sp>
    </p:spTree>
    <p:extLst>
      <p:ext uri="{BB962C8B-B14F-4D97-AF65-F5344CB8AC3E}">
        <p14:creationId xmlns:p14="http://schemas.microsoft.com/office/powerpoint/2010/main" val="556120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F8F2A-A0A0-466B-ADFE-8A097590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Problema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E065B-8975-48EE-8834-6553CD6F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E8E4F-E57F-49AA-9269-D4B35D26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Cliente proposto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80A2D-F28B-46C0-81E1-260C9ED3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Tutores de cães e gatos.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1D841-0365-473F-A37B-C4F6772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Dor a validar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B4CDF-6581-4A14-AD32-6B63DCED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Demora para perceber que o animal</a:t>
            </a:r>
          </a:p>
          <a:p xmlns:a="http://schemas.openxmlformats.org/drawingml/2006/main">
            <a:pPr>
              <a:defRPr sz="2700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saiu de uma área definida.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BE761-138B-4563-A30F-3A8A404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Proposta acadêmica: demonstrar a cerca e um alerta local.</a:t>
            </a:r>
          </a:p>
        </p:txBody>
      </p:sp>
    </p:spTree>
    <p:extLst>
      <p:ext uri="{BB962C8B-B14F-4D97-AF65-F5344CB8AC3E}">
        <p14:creationId xmlns:p14="http://schemas.microsoft.com/office/powerpoint/2010/main" val="1233787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15763-9A04-4BA5-AB3C-9D2F4626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Esboço da equipe no Wokwi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5DE40-2A02-419C-9EA2-98762DB8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0883795a84dcf"/>
          <a:stretch xmlns:a="http://schemas.openxmlformats.org/drawingml/2006/main"/>
        </p:blipFill>
        <p:spPr>
          <a:xfrm xmlns:a="http://schemas.openxmlformats.org/drawingml/2006/main">
            <a:off x="609600" y="1574006"/>
            <a:ext cx="7429500" cy="39004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F189-A142-4C5B-A380-C1A1104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95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ESP32</a:t>
            </a:r>
          </a:p>
          <a:p xmlns:a="http://schemas.openxmlformats.org/drawingml/2006/main">
            <a:pPr>
              <a:defRPr sz="2625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OLED</a:t>
            </a:r>
          </a:p>
          <a:p xmlns:a="http://schemas.openxmlformats.org/drawingml/2006/main">
            <a:pPr>
              <a:defRPr sz="2625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Buzzer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6CEE3-10E7-49D1-8242-8F2E9D86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Fuga acionada</a:t>
            </a:r>
          </a:p>
          <a:p xmlns:a="http://schemas.openxmlformats.org/drawingml/2006/main">
            <a:pPr>
              <a:defRPr sz="20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pelo terminal.</a:t>
            </a:r>
          </a:p>
          <a:p xmlns:a="http://schemas.openxmlformats.org/drawingml/2006/main">
            <a:pPr>
              <a:defRPr sz="20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Sensor ausente.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68526-E769-4459-9870-FCE8DD36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Projeto original preservado no pacote.</a:t>
            </a:r>
          </a:p>
        </p:txBody>
      </p:sp>
    </p:spTree>
    <p:extLst>
      <p:ext uri="{BB962C8B-B14F-4D97-AF65-F5344CB8AC3E}">
        <p14:creationId xmlns:p14="http://schemas.microsoft.com/office/powerpoint/2010/main" val="435501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E287F-0CC7-48F9-A2FD-7142F512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Componentes da versão revisada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D2AF3-5AFB-4CBC-B2A0-22ECB947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7632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9532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Componente</a:t>
                      </a:r>
                    </a:p>
                  </a:txBody>
                  <a:tcPr marL="91440" marR="91440" marT="45720" marB="45720">
                    <a:solidFill>
                      <a:srgbClr val="DC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Função</a:t>
                      </a:r>
                    </a:p>
                  </a:txBody>
                  <a:tcPr marL="91440" marR="91440" marT="45720" marB="45720">
                    <a:solidFill>
                      <a:srgbClr val="DCEDE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ESP32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Processamento e controle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MPU6050 adicionado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Leitura de aceleração por I2C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OLED SSD1306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Estado, distância e aceleração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Buzzer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Alerta sonoro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E103B-C6FF-4498-9333-CB3F338C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Latitude e longitude continuam simuladas pelo terminal.</a:t>
            </a:r>
          </a:p>
        </p:txBody>
      </p:sp>
    </p:spTree>
    <p:extLst>
      <p:ext uri="{BB962C8B-B14F-4D97-AF65-F5344CB8AC3E}">
        <p14:creationId xmlns:p14="http://schemas.microsoft.com/office/powerpoint/2010/main" val="1046110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6008A-498C-44DE-AAC9-8A84807D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Lógica da cerca virtual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D41D2-CA0A-43B0-AFD9-AA5DF8B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44C0D-0608-4F53-A0C1-FC9DECF7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100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8DBF7-60C8-42CB-9D76-B5E3427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Acima deste limite,</a:t>
            </a:r>
          </a:p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aciona o alerta.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5F48E-D384-4F4A-99D0-AE2EA082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80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21DDB-D7E8-4316-953B-9190B68F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Até este limite,</a:t>
            </a:r>
          </a:p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encerra o alerta.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DF0CB-15BE-4195-BDD1-8F047096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Entre os limites, conserva o estado anterior.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C3ABC-8410-4FC0-9C07-8550074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Sem atualização por 30 s: SEM POSICAO.</a:t>
            </a:r>
          </a:p>
        </p:txBody>
      </p:sp>
    </p:spTree>
    <p:extLst>
      <p:ext uri="{BB962C8B-B14F-4D97-AF65-F5344CB8AC3E}">
        <p14:creationId xmlns:p14="http://schemas.microsoft.com/office/powerpoint/2010/main" val="1560280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6D0D7-EB62-4B70-A477-F40146C7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Demonstração no 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5D7B4-8179-41F7-980F-6C3215AE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7632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9532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Comando</a:t>
                      </a:r>
                    </a:p>
                  </a:txBody>
                  <a:tcPr marL="91440" marR="91440" marT="45720" marB="45720">
                    <a:solidFill>
                      <a:srgbClr val="DC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esperado</a:t>
                      </a:r>
                    </a:p>
                  </a:txBody>
                  <a:tcPr marL="91440" marR="91440" marT="45720" marB="45720">
                    <a:solidFill>
                      <a:srgbClr val="DCEDE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Dentro da cerca, 0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Fora da cerca, cerca de 222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 novamente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Retorno e silêncio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 /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inválida / sem posição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9FA1B-FB25-401B-9B5C-D8E0B627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No MPU6050, alterar aceleração e observar Delta a.</a:t>
            </a:r>
          </a:p>
        </p:txBody>
      </p:sp>
    </p:spTree>
    <p:extLst>
      <p:ext uri="{BB962C8B-B14F-4D97-AF65-F5344CB8AC3E}">
        <p14:creationId xmlns:p14="http://schemas.microsoft.com/office/powerpoint/2010/main" val="1052715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D36F8-7F30-4820-BB21-0EAE409A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Testes e estado da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7C002-CE35-4A85-9A96-12C000C4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6D6C2-5444-41AF-B097-3DFEFE8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Concluído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C81DB-28D4-4623-958D-A3030566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953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Inspeção do código e circuito.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Teste de entrada no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Testes C++ de distância,</a:t>
            </a:r>
          </a:p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limites e comandos.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119F5-CD83-450E-98DB-77BC391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Pendente na revisão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14709-00EA-416A-941C-63DAE69D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953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Compilação para ESP32.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OLED, buzzer e MPU6050</a:t>
            </a:r>
          </a:p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funcionando em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Registro da demonstração.</a:t>
            </a:r>
          </a:p>
        </p:txBody>
      </p:sp>
    </p:spTree>
    <p:extLst>
      <p:ext uri="{BB962C8B-B14F-4D97-AF65-F5344CB8AC3E}">
        <p14:creationId xmlns:p14="http://schemas.microsoft.com/office/powerpoint/2010/main" val="65653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B04F0-1FDA-4687-8E64-672201FB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Empresa e equipe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B6076-8A86-4F94-BC6F-97EE915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2692D-28BB-4AC1-AC6A-81216F4A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7C7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87C75"/>
                </a:solidFill>
                <a:latin typeface="DejaVu Sans"/>
                <a:ea typeface="DejaVu Sans"/>
                <a:cs typeface="DejaVu Sans"/>
              </a:rPr>
              <a:t>SafePet Tecnologia (nome proposto)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286000"/>
          <a:ext xmlns:a="http://schemas.openxmlformats.org/drawingml/2006/main" cx="107632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85800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Integrante</a:t>
                      </a:r>
                    </a:p>
                  </a:txBody>
                  <a:tcPr marL="91440" marR="91440" marT="45720" marB="45720">
                    <a:solidFill>
                      <a:srgbClr val="DC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Responsabilidade sugerida</a:t>
                      </a:r>
                    </a:p>
                  </a:txBody>
                  <a:tcPr marL="91440" marR="91440" marT="45720" marB="45720">
                    <a:solidFill>
                      <a:srgbClr val="DCEDE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Marcos Vinícius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Problema, requisitos e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Jailton Alves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Circuito e Wokwi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Guilherme Monteiro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Firmware e documentação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Gabriel Cordeiro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D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Testes e apresentação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764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159B8-00B5-4A21-B3B5-DF6EB480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Limites do protótipo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DE3B4-9A9A-4B3A-A28F-73A56845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158C8-197C-4948-8580-F2AA3002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A localização depende de entradas simuladas.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60F66-8B1E-42E7-A694-473CCA8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O alarme é local. Não há aviso no celular.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5ABD1-A35A-46C3-B4CC-0D53ECD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GPS, comunicação e bateria são evoluções.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0886A-159E-4376-8640-164D0BAA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O demonstrador não garante a segurança do pet.</a:t>
            </a:r>
          </a:p>
        </p:txBody>
      </p:sp>
    </p:spTree>
    <p:extLst>
      <p:ext uri="{BB962C8B-B14F-4D97-AF65-F5344CB8AC3E}">
        <p14:creationId xmlns:p14="http://schemas.microsoft.com/office/powerpoint/2010/main" val="421128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C108E-D5E3-4844-8B26-8813781E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E2245-4D1C-42BD-8D76-458C9E5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593D7-F5B4-4FEB-B2BD-451C9598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1. Validar a dor e o escopo com o professor.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69F8B-10D5-4680-8FBF-0B0A89B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2. Executar a revisão e registrar os testes.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77FC5-8AE6-4BE0-9D45-1F35620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3. Publicar empresa, equipe e produto no Git.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54BBB-C8E2-4942-9533-92A6A3D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D43"/>
                </a:solidFill>
                <a:latin typeface="DejaVu Sans"/>
                <a:ea typeface="DejaVu Sans"/>
                <a:cs typeface="DejaVu Sans"/>
              </a:rPr>
              <a:t>4. Ensaiar a apresentação com demonstração.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250B2-5AEF-4C75-9CD4-B9A9E11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C70"/>
                </a:solidFill>
                <a:latin typeface="DejaVu Sans"/>
                <a:ea typeface="DejaVu Sans"/>
                <a:cs typeface="DejaVu Sans"/>
              </a:rPr>
              <a:t>Código comentado e documentação acompanham a entrega.</a:t>
            </a:r>
          </a:p>
        </p:txBody>
      </p:sp>
    </p:spTree>
    <p:extLst>
      <p:ext uri="{BB962C8B-B14F-4D97-AF65-F5344CB8AC3E}">
        <p14:creationId xmlns:p14="http://schemas.microsoft.com/office/powerpoint/2010/main" val="1406544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2026-10-07T16:10:30.9150000Z</dcterms:created>
  <dcterms:modified xsi:type="dcterms:W3CDTF">2026-10-07T16:10:30.9150000Z</dcterms:modified>
</coreProperties>
</file>